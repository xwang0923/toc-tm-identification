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7" r:id="rId2"/>
    <p:sldId id="297" r:id="rId3"/>
    <p:sldId id="374" r:id="rId4"/>
    <p:sldId id="375" r:id="rId5"/>
    <p:sldId id="373" r:id="rId6"/>
    <p:sldId id="392" r:id="rId7"/>
    <p:sldId id="394" r:id="rId8"/>
    <p:sldId id="396" r:id="rId9"/>
    <p:sldId id="385" r:id="rId10"/>
    <p:sldId id="386" r:id="rId11"/>
    <p:sldId id="387" r:id="rId12"/>
    <p:sldId id="388" r:id="rId13"/>
    <p:sldId id="402" r:id="rId14"/>
    <p:sldId id="403" r:id="rId15"/>
    <p:sldId id="398" r:id="rId16"/>
    <p:sldId id="378" r:id="rId17"/>
    <p:sldId id="379" r:id="rId18"/>
    <p:sldId id="380" r:id="rId19"/>
    <p:sldId id="381" r:id="rId20"/>
    <p:sldId id="399" r:id="rId21"/>
    <p:sldId id="40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bin Wang" userId="accedfe9-f9d0-4a10-900d-e9b903b345ba" providerId="ADAL" clId="{D70C5C00-7C25-4011-8537-592560474AEF}"/>
    <pc:docChg chg="custSel delSld modSld">
      <pc:chgData name="Xubin Wang" userId="accedfe9-f9d0-4a10-900d-e9b903b345ba" providerId="ADAL" clId="{D70C5C00-7C25-4011-8537-592560474AEF}" dt="2026-10-19T18:50:32.972" v="27" actId="47"/>
      <pc:docMkLst>
        <pc:docMk/>
      </pc:docMkLst>
      <pc:sldChg chg="del">
        <pc:chgData name="Xubin Wang" userId="accedfe9-f9d0-4a10-900d-e9b903b345ba" providerId="ADAL" clId="{D70C5C00-7C25-4011-8537-592560474AEF}" dt="2026-10-19T18:49:12.262" v="0" actId="47"/>
        <pc:sldMkLst>
          <pc:docMk/>
          <pc:sldMk cId="1262081332" sldId="256"/>
        </pc:sldMkLst>
      </pc:sldChg>
      <pc:sldChg chg="del">
        <pc:chgData name="Xubin Wang" userId="accedfe9-f9d0-4a10-900d-e9b903b345ba" providerId="ADAL" clId="{D70C5C00-7C25-4011-8537-592560474AEF}" dt="2026-10-19T18:49:12.262" v="0" actId="47"/>
        <pc:sldMkLst>
          <pc:docMk/>
          <pc:sldMk cId="221847854" sldId="257"/>
        </pc:sldMkLst>
      </pc:sldChg>
      <pc:sldChg chg="del">
        <pc:chgData name="Xubin Wang" userId="accedfe9-f9d0-4a10-900d-e9b903b345ba" providerId="ADAL" clId="{D70C5C00-7C25-4011-8537-592560474AEF}" dt="2026-10-19T18:49:20.683" v="8" actId="47"/>
        <pc:sldMkLst>
          <pc:docMk/>
          <pc:sldMk cId="2930591927" sldId="258"/>
        </pc:sldMkLst>
      </pc:sldChg>
      <pc:sldChg chg="del">
        <pc:chgData name="Xubin Wang" userId="accedfe9-f9d0-4a10-900d-e9b903b345ba" providerId="ADAL" clId="{D70C5C00-7C25-4011-8537-592560474AEF}" dt="2026-10-19T18:49:14.278" v="2" actId="47"/>
        <pc:sldMkLst>
          <pc:docMk/>
          <pc:sldMk cId="30359307" sldId="259"/>
        </pc:sldMkLst>
      </pc:sldChg>
      <pc:sldChg chg="del">
        <pc:chgData name="Xubin Wang" userId="accedfe9-f9d0-4a10-900d-e9b903b345ba" providerId="ADAL" clId="{D70C5C00-7C25-4011-8537-592560474AEF}" dt="2026-10-19T18:49:15.732" v="4" actId="47"/>
        <pc:sldMkLst>
          <pc:docMk/>
          <pc:sldMk cId="2196686708" sldId="260"/>
        </pc:sldMkLst>
      </pc:sldChg>
      <pc:sldChg chg="del">
        <pc:chgData name="Xubin Wang" userId="accedfe9-f9d0-4a10-900d-e9b903b345ba" providerId="ADAL" clId="{D70C5C00-7C25-4011-8537-592560474AEF}" dt="2026-10-19T18:50:31.746" v="26" actId="47"/>
        <pc:sldMkLst>
          <pc:docMk/>
          <pc:sldMk cId="2281725219" sldId="369"/>
        </pc:sldMkLst>
      </pc:sldChg>
      <pc:sldChg chg="del">
        <pc:chgData name="Xubin Wang" userId="accedfe9-f9d0-4a10-900d-e9b903b345ba" providerId="ADAL" clId="{D70C5C00-7C25-4011-8537-592560474AEF}" dt="2026-10-19T18:49:21.301" v="9" actId="47"/>
        <pc:sldMkLst>
          <pc:docMk/>
          <pc:sldMk cId="605240897" sldId="370"/>
        </pc:sldMkLst>
      </pc:sldChg>
      <pc:sldChg chg="del">
        <pc:chgData name="Xubin Wang" userId="accedfe9-f9d0-4a10-900d-e9b903b345ba" providerId="ADAL" clId="{D70C5C00-7C25-4011-8537-592560474AEF}" dt="2026-10-19T18:49:12.262" v="0" actId="47"/>
        <pc:sldMkLst>
          <pc:docMk/>
          <pc:sldMk cId="962756106" sldId="371"/>
        </pc:sldMkLst>
      </pc:sldChg>
      <pc:sldChg chg="delSp mod">
        <pc:chgData name="Xubin Wang" userId="accedfe9-f9d0-4a10-900d-e9b903b345ba" providerId="ADAL" clId="{D70C5C00-7C25-4011-8537-592560474AEF}" dt="2026-10-19T18:49:45.690" v="13" actId="478"/>
        <pc:sldMkLst>
          <pc:docMk/>
          <pc:sldMk cId="1573521844" sldId="373"/>
        </pc:sldMkLst>
        <pc:spChg chg="del">
          <ac:chgData name="Xubin Wang" userId="accedfe9-f9d0-4a10-900d-e9b903b345ba" providerId="ADAL" clId="{D70C5C00-7C25-4011-8537-592560474AEF}" dt="2026-10-19T18:49:44.906" v="12" actId="478"/>
          <ac:spMkLst>
            <pc:docMk/>
            <pc:sldMk cId="1573521844" sldId="373"/>
            <ac:spMk id="2" creationId="{5C9E9542-8A22-0A2F-6272-34B9DE9FB3C5}"/>
          </ac:spMkLst>
        </pc:spChg>
        <pc:spChg chg="del">
          <ac:chgData name="Xubin Wang" userId="accedfe9-f9d0-4a10-900d-e9b903b345ba" providerId="ADAL" clId="{D70C5C00-7C25-4011-8537-592560474AEF}" dt="2026-10-19T18:49:45.690" v="13" actId="478"/>
          <ac:spMkLst>
            <pc:docMk/>
            <pc:sldMk cId="1573521844" sldId="373"/>
            <ac:spMk id="3" creationId="{BA115A8C-93FC-4FA8-082C-77B14BCD6889}"/>
          </ac:spMkLst>
        </pc:spChg>
      </pc:sldChg>
      <pc:sldChg chg="del">
        <pc:chgData name="Xubin Wang" userId="accedfe9-f9d0-4a10-900d-e9b903b345ba" providerId="ADAL" clId="{D70C5C00-7C25-4011-8537-592560474AEF}" dt="2026-10-19T18:49:32.004" v="10" actId="47"/>
        <pc:sldMkLst>
          <pc:docMk/>
          <pc:sldMk cId="2961888736" sldId="376"/>
        </pc:sldMkLst>
      </pc:sldChg>
      <pc:sldChg chg="del">
        <pc:chgData name="Xubin Wang" userId="accedfe9-f9d0-4a10-900d-e9b903b345ba" providerId="ADAL" clId="{D70C5C00-7C25-4011-8537-592560474AEF}" dt="2026-10-19T18:49:33.382" v="11" actId="47"/>
        <pc:sldMkLst>
          <pc:docMk/>
          <pc:sldMk cId="3325694981" sldId="377"/>
        </pc:sldMkLst>
      </pc:sldChg>
      <pc:sldChg chg="delSp mod">
        <pc:chgData name="Xubin Wang" userId="accedfe9-f9d0-4a10-900d-e9b903b345ba" providerId="ADAL" clId="{D70C5C00-7C25-4011-8537-592560474AEF}" dt="2026-10-19T18:50:23.168" v="25" actId="478"/>
        <pc:sldMkLst>
          <pc:docMk/>
          <pc:sldMk cId="1774617816" sldId="380"/>
        </pc:sldMkLst>
        <pc:spChg chg="del">
          <ac:chgData name="Xubin Wang" userId="accedfe9-f9d0-4a10-900d-e9b903b345ba" providerId="ADAL" clId="{D70C5C00-7C25-4011-8537-592560474AEF}" dt="2026-10-19T18:50:22.045" v="24" actId="478"/>
          <ac:spMkLst>
            <pc:docMk/>
            <pc:sldMk cId="1774617816" sldId="380"/>
            <ac:spMk id="2" creationId="{ECC1E480-0A45-F672-F1A8-C1A4774F1A2A}"/>
          </ac:spMkLst>
        </pc:spChg>
        <pc:spChg chg="del">
          <ac:chgData name="Xubin Wang" userId="accedfe9-f9d0-4a10-900d-e9b903b345ba" providerId="ADAL" clId="{D70C5C00-7C25-4011-8537-592560474AEF}" dt="2026-10-19T18:50:23.168" v="25" actId="478"/>
          <ac:spMkLst>
            <pc:docMk/>
            <pc:sldMk cId="1774617816" sldId="380"/>
            <ac:spMk id="5" creationId="{091B8760-EB73-A57B-B135-579D994E5D3B}"/>
          </ac:spMkLst>
        </pc:spChg>
      </pc:sldChg>
      <pc:sldChg chg="delSp mod">
        <pc:chgData name="Xubin Wang" userId="accedfe9-f9d0-4a10-900d-e9b903b345ba" providerId="ADAL" clId="{D70C5C00-7C25-4011-8537-592560474AEF}" dt="2026-10-19T18:50:20.039" v="23" actId="478"/>
        <pc:sldMkLst>
          <pc:docMk/>
          <pc:sldMk cId="3984242392" sldId="381"/>
        </pc:sldMkLst>
        <pc:spChg chg="del">
          <ac:chgData name="Xubin Wang" userId="accedfe9-f9d0-4a10-900d-e9b903b345ba" providerId="ADAL" clId="{D70C5C00-7C25-4011-8537-592560474AEF}" dt="2026-10-19T18:50:20.039" v="23" actId="478"/>
          <ac:spMkLst>
            <pc:docMk/>
            <pc:sldMk cId="3984242392" sldId="381"/>
            <ac:spMk id="2" creationId="{22223D18-C4D4-2ABC-7546-E156D6DD2F85}"/>
          </ac:spMkLst>
        </pc:spChg>
        <pc:spChg chg="del">
          <ac:chgData name="Xubin Wang" userId="accedfe9-f9d0-4a10-900d-e9b903b345ba" providerId="ADAL" clId="{D70C5C00-7C25-4011-8537-592560474AEF}" dt="2026-10-19T18:50:19.261" v="22" actId="478"/>
          <ac:spMkLst>
            <pc:docMk/>
            <pc:sldMk cId="3984242392" sldId="381"/>
            <ac:spMk id="3" creationId="{D17F9083-C2A7-9ADE-C1D8-41CF7CDD3D12}"/>
          </ac:spMkLst>
        </pc:spChg>
      </pc:sldChg>
      <pc:sldChg chg="del">
        <pc:chgData name="Xubin Wang" userId="accedfe9-f9d0-4a10-900d-e9b903b345ba" providerId="ADAL" clId="{D70C5C00-7C25-4011-8537-592560474AEF}" dt="2026-10-19T18:50:16.085" v="20" actId="47"/>
        <pc:sldMkLst>
          <pc:docMk/>
          <pc:sldMk cId="2951703884" sldId="382"/>
        </pc:sldMkLst>
      </pc:sldChg>
      <pc:sldChg chg="del">
        <pc:chgData name="Xubin Wang" userId="accedfe9-f9d0-4a10-900d-e9b903b345ba" providerId="ADAL" clId="{D70C5C00-7C25-4011-8537-592560474AEF}" dt="2026-10-19T18:50:16.995" v="21" actId="47"/>
        <pc:sldMkLst>
          <pc:docMk/>
          <pc:sldMk cId="1559771459" sldId="383"/>
        </pc:sldMkLst>
      </pc:sldChg>
      <pc:sldChg chg="del">
        <pc:chgData name="Xubin Wang" userId="accedfe9-f9d0-4a10-900d-e9b903b345ba" providerId="ADAL" clId="{D70C5C00-7C25-4011-8537-592560474AEF}" dt="2026-10-19T18:50:13.296" v="19" actId="47"/>
        <pc:sldMkLst>
          <pc:docMk/>
          <pc:sldMk cId="1488356768" sldId="384"/>
        </pc:sldMkLst>
      </pc:sldChg>
      <pc:sldChg chg="del">
        <pc:chgData name="Xubin Wang" userId="accedfe9-f9d0-4a10-900d-e9b903b345ba" providerId="ADAL" clId="{D70C5C00-7C25-4011-8537-592560474AEF}" dt="2026-10-19T18:50:00.564" v="16" actId="47"/>
        <pc:sldMkLst>
          <pc:docMk/>
          <pc:sldMk cId="420087773" sldId="389"/>
        </pc:sldMkLst>
      </pc:sldChg>
      <pc:sldChg chg="del">
        <pc:chgData name="Xubin Wang" userId="accedfe9-f9d0-4a10-900d-e9b903b345ba" providerId="ADAL" clId="{D70C5C00-7C25-4011-8537-592560474AEF}" dt="2026-10-19T18:49:59.062" v="15" actId="47"/>
        <pc:sldMkLst>
          <pc:docMk/>
          <pc:sldMk cId="1430571691" sldId="390"/>
        </pc:sldMkLst>
      </pc:sldChg>
      <pc:sldChg chg="del">
        <pc:chgData name="Xubin Wang" userId="accedfe9-f9d0-4a10-900d-e9b903b345ba" providerId="ADAL" clId="{D70C5C00-7C25-4011-8537-592560474AEF}" dt="2026-10-19T18:49:54.032" v="14" actId="47"/>
        <pc:sldMkLst>
          <pc:docMk/>
          <pc:sldMk cId="4271533561" sldId="391"/>
        </pc:sldMkLst>
      </pc:sldChg>
      <pc:sldChg chg="del">
        <pc:chgData name="Xubin Wang" userId="accedfe9-f9d0-4a10-900d-e9b903b345ba" providerId="ADAL" clId="{D70C5C00-7C25-4011-8537-592560474AEF}" dt="2026-10-19T18:49:12.262" v="0" actId="47"/>
        <pc:sldMkLst>
          <pc:docMk/>
          <pc:sldMk cId="1806609033" sldId="393"/>
        </pc:sldMkLst>
      </pc:sldChg>
      <pc:sldChg chg="del">
        <pc:chgData name="Xubin Wang" userId="accedfe9-f9d0-4a10-900d-e9b903b345ba" providerId="ADAL" clId="{D70C5C00-7C25-4011-8537-592560474AEF}" dt="2026-10-19T18:50:06.411" v="18" actId="47"/>
        <pc:sldMkLst>
          <pc:docMk/>
          <pc:sldMk cId="2662321440" sldId="395"/>
        </pc:sldMkLst>
      </pc:sldChg>
      <pc:sldChg chg="del">
        <pc:chgData name="Xubin Wang" userId="accedfe9-f9d0-4a10-900d-e9b903b345ba" providerId="ADAL" clId="{D70C5C00-7C25-4011-8537-592560474AEF}" dt="2026-10-19T18:50:32.972" v="27" actId="47"/>
        <pc:sldMkLst>
          <pc:docMk/>
          <pc:sldMk cId="69057027" sldId="401"/>
        </pc:sldMkLst>
      </pc:sldChg>
      <pc:sldChg chg="del">
        <pc:chgData name="Xubin Wang" userId="accedfe9-f9d0-4a10-900d-e9b903b345ba" providerId="ADAL" clId="{D70C5C00-7C25-4011-8537-592560474AEF}" dt="2026-10-19T18:50:03.819" v="17" actId="47"/>
        <pc:sldMkLst>
          <pc:docMk/>
          <pc:sldMk cId="2828462420" sldId="404"/>
        </pc:sldMkLst>
      </pc:sldChg>
      <pc:sldChg chg="del">
        <pc:chgData name="Xubin Wang" userId="accedfe9-f9d0-4a10-900d-e9b903b345ba" providerId="ADAL" clId="{D70C5C00-7C25-4011-8537-592560474AEF}" dt="2026-10-19T18:49:13.512" v="1" actId="47"/>
        <pc:sldMkLst>
          <pc:docMk/>
          <pc:sldMk cId="3051154231" sldId="405"/>
        </pc:sldMkLst>
      </pc:sldChg>
      <pc:sldChg chg="del">
        <pc:chgData name="Xubin Wang" userId="accedfe9-f9d0-4a10-900d-e9b903b345ba" providerId="ADAL" clId="{D70C5C00-7C25-4011-8537-592560474AEF}" dt="2026-10-19T18:49:15.040" v="3" actId="47"/>
        <pc:sldMkLst>
          <pc:docMk/>
          <pc:sldMk cId="1912526818" sldId="406"/>
        </pc:sldMkLst>
      </pc:sldChg>
      <pc:sldChg chg="del">
        <pc:chgData name="Xubin Wang" userId="accedfe9-f9d0-4a10-900d-e9b903b345ba" providerId="ADAL" clId="{D70C5C00-7C25-4011-8537-592560474AEF}" dt="2026-10-19T18:49:12.262" v="0" actId="47"/>
        <pc:sldMkLst>
          <pc:docMk/>
          <pc:sldMk cId="1010070690" sldId="407"/>
        </pc:sldMkLst>
      </pc:sldChg>
      <pc:sldChg chg="del">
        <pc:chgData name="Xubin Wang" userId="accedfe9-f9d0-4a10-900d-e9b903b345ba" providerId="ADAL" clId="{D70C5C00-7C25-4011-8537-592560474AEF}" dt="2026-10-19T18:49:18.994" v="6" actId="47"/>
        <pc:sldMkLst>
          <pc:docMk/>
          <pc:sldMk cId="2148803026" sldId="408"/>
        </pc:sldMkLst>
      </pc:sldChg>
      <pc:sldChg chg="del">
        <pc:chgData name="Xubin Wang" userId="accedfe9-f9d0-4a10-900d-e9b903b345ba" providerId="ADAL" clId="{D70C5C00-7C25-4011-8537-592560474AEF}" dt="2026-10-19T18:49:20.009" v="7" actId="47"/>
        <pc:sldMkLst>
          <pc:docMk/>
          <pc:sldMk cId="2490263386" sldId="409"/>
        </pc:sldMkLst>
      </pc:sldChg>
      <pc:sldChg chg="del">
        <pc:chgData name="Xubin Wang" userId="accedfe9-f9d0-4a10-900d-e9b903b345ba" providerId="ADAL" clId="{D70C5C00-7C25-4011-8537-592560474AEF}" dt="2026-10-19T18:49:16.712" v="5" actId="47"/>
        <pc:sldMkLst>
          <pc:docMk/>
          <pc:sldMk cId="4237109316" sldId="41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1B5B7-E66F-3B6B-25A5-DFBD89A17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56F142-7679-70DB-468E-184D6E13F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3CC29-B1AD-80EE-400C-879A470B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B7838D-21CA-6734-09A2-FABEF69A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E21051-C381-DA08-1EB1-5ABBC9A4E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8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93A30-3677-B32B-18C7-5632C865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79073C-4F25-9AF1-5FA6-BCFC3CCE0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B96167-76AF-7F41-9C3F-0FA9B25A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C1729-C647-407A-4055-DBC4474A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D3FFAA-DBD0-CF6B-8653-95703A15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7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192B5-B809-C9FB-0B0E-43554138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5B6E27-7227-DE12-5B48-33906D378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1F6D0-C15D-AADF-421B-DA24A9EF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E1D5D-911A-28DE-89B0-EDBAEFA5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2FEA64-2C19-4D60-73DB-84DFE91A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5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E893C-EE51-FC8E-9ACD-4C8679E0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5E90D5-BA2C-E257-E7A1-5056DE53E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FBE917-41DE-5142-037F-CD37B8122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6A071B-8CCF-B140-0A2E-FB30C32C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48B950-1DD5-E768-35FC-FAC0D42E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1544CE-F662-6411-7204-089EB6EC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30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4CB2D-12C3-8C7A-98DD-C19B49AFF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81BB46-E28D-6636-0A79-D89722899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D14395-3675-C75A-B4E3-1AD8B6CE6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1E8FCA-F1CF-9480-3C4E-BE68DF0B0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A5ABE1-7775-638E-8B0F-DA0998237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EBC7EA-9A01-3619-8DD2-91EA2877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BDA150-182B-A48A-0C7C-CA4DD2F7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0F7138-5C77-DB42-262A-9603DA5F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9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12637-E488-FB53-D1CD-A53E886C4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3ADF81-3D91-7218-E9A8-6C8675B0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BCA2D9-53CB-147A-1D7B-E36EE76E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405465-248E-439E-6DB3-1524F5F2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33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5BF324-B616-B8C5-75B0-59A5CC7D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6EC9F7-8F82-BD86-68AF-03C052E6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DAEC9C-24FA-7869-77B9-77139448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92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48EC6-D20E-EDA1-D7A8-52EE79EA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4D3E7-2425-1AFB-2C0D-F170271DF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1572E-B8CB-2853-5376-FF7BB6116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337C82-3FDF-11AF-E25C-BE32D4346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5422C7-B262-E7B4-B1B2-A43AFADC1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BD38AA-0294-9F53-0BDD-86A476CA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47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6F66C-33EE-6606-8D62-B462485A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5C56AB-9DE6-12FA-64BB-385605BAF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63870B-F67D-F903-548D-B05DDE025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98D738-D6A1-47F6-AA73-BB36E51D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B4FA92-2B34-0C68-DD25-8CE4695F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110364-672D-6F8F-DDAA-7C4B1D82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92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34BC5-890B-D6DC-9140-C94410B2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18F326-0283-6397-09F5-8D58B6BE9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E9537-7D15-5B1A-399D-2DF36FBE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DE6DD-F0F0-9B67-12AA-3602EA9E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DEA01-4FF3-6209-8470-DBEB6FE1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C428F1-17CD-F13A-BD83-F3CCEFD06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5DD69F-B952-4FA4-06C9-883F8556D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74965-17D9-27D9-1952-ACF3B0B4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28B933-132A-E778-0801-A5652378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BCC2A-B9F5-5AD6-1A7F-0DB73A13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60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3623D6-AA74-0E37-3CDE-49BD0EA6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177D81-4136-5688-90E1-2DAC422DD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FC0DAA-D7DE-7718-6FBB-D8130DDF0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D02037-2574-45E4-8574-986DB9E1A5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2781F-768F-4330-5BC6-5DC213A17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ADEF6-5B8F-6F12-2496-8F1094E9F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2A0E8-61BA-49FA-AE05-E1626905D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5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A6C8E-2700-D82E-FDDD-BAC6315D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Fixed bins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8A7140-977F-7022-B8B4-754B34C95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45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8D209FF-43A1-786E-29CA-1D3D5B315937}"/>
              </a:ext>
            </a:extLst>
          </p:cNvPr>
          <p:cNvSpPr txBox="1"/>
          <p:nvPr/>
        </p:nvSpPr>
        <p:spPr>
          <a:xfrm>
            <a:off x="2966777" y="6263148"/>
            <a:ext cx="6372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err="1"/>
              <a:t>MoEF</a:t>
            </a:r>
            <a:r>
              <a:rPr lang="en-US" altLang="zh-CN"/>
              <a:t>, </a:t>
            </a:r>
            <a:r>
              <a:rPr lang="en-US" altLang="zh-CN" err="1"/>
              <a:t>lower_boundary</a:t>
            </a:r>
            <a:r>
              <a:rPr lang="en-US" altLang="zh-CN"/>
              <a:t>=10, bootstrap: 5% of total or 50 points</a:t>
            </a:r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CA49D04-1510-B01B-7CF5-B674A5EDA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1" cy="26327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D7B924-B78B-8C2F-4A3E-702F3356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98670"/>
            <a:ext cx="6096002" cy="25340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1A1004-588C-370E-8443-64694B89B8C1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418FE7-3747-E926-9F32-B5A344CE0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6" y="3428998"/>
            <a:ext cx="6096003" cy="25139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857BBFB-F012-8178-A57D-596564E58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8998"/>
            <a:ext cx="6096003" cy="2632706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974AA7B5-4A03-13A5-9C4C-5391F9AEA42F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28888D8E-C54E-F250-27EB-D15723A7E793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</p:spTree>
    <p:extLst>
      <p:ext uri="{BB962C8B-B14F-4D97-AF65-F5344CB8AC3E}">
        <p14:creationId xmlns:p14="http://schemas.microsoft.com/office/powerpoint/2010/main" val="281872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602197-1EB7-7049-72FD-3725ED5FD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8744"/>
            <a:ext cx="6096000" cy="251396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E91B892-5576-EA5D-4C83-BFC671F29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1" cy="26327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8D0BFBA-C9C0-5243-BD32-4BFAEFDAD1FD}"/>
              </a:ext>
            </a:extLst>
          </p:cNvPr>
          <p:cNvSpPr txBox="1"/>
          <p:nvPr/>
        </p:nvSpPr>
        <p:spPr>
          <a:xfrm>
            <a:off x="2966777" y="6263148"/>
            <a:ext cx="600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UEF, </a:t>
            </a:r>
            <a:r>
              <a:rPr lang="en-US" altLang="zh-CN" err="1"/>
              <a:t>lower_boundary</a:t>
            </a:r>
            <a:r>
              <a:rPr lang="en-US" altLang="zh-CN"/>
              <a:t>=1, bootstrap: 5% of total or 50 points</a:t>
            </a:r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0C2E26D-C9EC-C0E3-4FDB-D965E6C2A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9"/>
            <a:ext cx="6096002" cy="25139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9954A6-DB21-0AF2-3665-D1F6AE53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999"/>
            <a:ext cx="6096001" cy="2513961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979B349F-3522-5471-4DF0-D7749631AF50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7D90AC6C-D3C1-D836-F957-0096FFBDF2F7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A86FB707-9832-6368-B7A4-FC5ECC692751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</p:spTree>
    <p:extLst>
      <p:ext uri="{BB962C8B-B14F-4D97-AF65-F5344CB8AC3E}">
        <p14:creationId xmlns:p14="http://schemas.microsoft.com/office/powerpoint/2010/main" val="303884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1F958F-8C7B-8FDB-056E-8804D079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096001" cy="26327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B49DA0-FD35-4208-99D2-3716A6536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98670"/>
            <a:ext cx="6096002" cy="25340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D6781A6-9EFF-5E43-4D7D-A5EFE7D5CF8B}"/>
              </a:ext>
            </a:extLst>
          </p:cNvPr>
          <p:cNvSpPr txBox="1"/>
          <p:nvPr/>
        </p:nvSpPr>
        <p:spPr>
          <a:xfrm>
            <a:off x="2966777" y="6263148"/>
            <a:ext cx="6008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VEF, </a:t>
            </a:r>
            <a:r>
              <a:rPr lang="en-US" altLang="zh-CN" err="1"/>
              <a:t>lower_boundary</a:t>
            </a:r>
            <a:r>
              <a:rPr lang="en-US" altLang="zh-CN"/>
              <a:t>=1, bootstrap: 5% of total or 50 points</a:t>
            </a:r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A6F6C1-7A77-27A2-90AE-A13B00C7B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DC86BBF-342B-1CF1-F030-CCBF63814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7" cy="2632703"/>
          </a:xfrm>
          <a:prstGeom prst="rect">
            <a:avLst/>
          </a:prstGeom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FB9F7BE8-B305-0C0F-4243-698ED8E7D103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E0B6723-BEDF-A567-17E5-47D966CA1AD4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F604782D-C0D3-9AAF-ACB4-ADD2965457B7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52E6C0AA-E3DC-D4F7-8053-5E9B86819456}"/>
              </a:ext>
            </a:extLst>
          </p:cNvPr>
          <p:cNvSpPr/>
          <p:nvPr/>
        </p:nvSpPr>
        <p:spPr>
          <a:xfrm>
            <a:off x="2027582" y="1024203"/>
            <a:ext cx="318052" cy="31363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16AE79A9-6BE6-B534-8D49-3D98E4A61B1B}"/>
              </a:ext>
            </a:extLst>
          </p:cNvPr>
          <p:cNvSpPr/>
          <p:nvPr/>
        </p:nvSpPr>
        <p:spPr>
          <a:xfrm>
            <a:off x="4437269" y="1024203"/>
            <a:ext cx="318052" cy="31363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10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0DF75D3-2258-9333-D249-EE8BCB6D7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92210"/>
            <a:ext cx="6096001" cy="25340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7A38D2-3B02-EAA1-181B-3DDBA389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6096001" cy="26262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1714836-2349-FBE0-5EA1-641554B2E445}"/>
              </a:ext>
            </a:extLst>
          </p:cNvPr>
          <p:cNvSpPr txBox="1"/>
          <p:nvPr/>
        </p:nvSpPr>
        <p:spPr>
          <a:xfrm>
            <a:off x="2966777" y="6263148"/>
            <a:ext cx="606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TOC, </a:t>
            </a:r>
            <a:r>
              <a:rPr lang="en-US" altLang="zh-CN" err="1"/>
              <a:t>lower_boundary</a:t>
            </a:r>
            <a:r>
              <a:rPr lang="en-US" altLang="zh-CN"/>
              <a:t>=0, bootstrap: 5% of total or 50 points</a:t>
            </a:r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9CC812-D33B-64AE-6D37-B81F7FED8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002F2E2-00B7-F164-E202-61027F5B1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6095998" cy="2626245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FCBFBFAC-C8A6-E309-8571-7C3539878B3F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7909583F-0635-97BB-EDE1-8BA51450E520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44057B80-E319-763C-0E60-DE639FC1187F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</p:spTree>
    <p:extLst>
      <p:ext uri="{BB962C8B-B14F-4D97-AF65-F5344CB8AC3E}">
        <p14:creationId xmlns:p14="http://schemas.microsoft.com/office/powerpoint/2010/main" val="157352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DAD216-11F6-945A-8C10-37CA9B4C0802}"/>
              </a:ext>
            </a:extLst>
          </p:cNvPr>
          <p:cNvSpPr txBox="1"/>
          <p:nvPr/>
        </p:nvSpPr>
        <p:spPr>
          <a:xfrm>
            <a:off x="2966777" y="6263148"/>
            <a:ext cx="648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Mo/TOC, </a:t>
            </a:r>
            <a:r>
              <a:rPr lang="en-US" altLang="zh-CN" dirty="0" err="1"/>
              <a:t>lower_boundary</a:t>
            </a:r>
            <a:r>
              <a:rPr lang="en-US" altLang="zh-CN" dirty="0"/>
              <a:t>=0, bootstrap: 5% of total or 50 points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F7FF6-97EC-0182-AAEE-B27854E94E19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352E390-C01A-F678-1676-3AE60B95DBC5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32E56CD-7E41-707F-874F-86157B46FEDC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118A66-3F9E-EED0-6BCE-83382127D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755"/>
            <a:ext cx="6096001" cy="26262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C8F887-5583-2F07-2600-DACF5B4AE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894965"/>
            <a:ext cx="6096002" cy="25340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F37B35C-3116-08F0-99E5-909279AFF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6095998" cy="26262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CDF9E2-9577-6B4C-5BD4-B2A6528D2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9"/>
            <a:ext cx="6096002" cy="251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60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709CD20-922D-D597-8FBE-84C5DCFE130E}"/>
              </a:ext>
            </a:extLst>
          </p:cNvPr>
          <p:cNvSpPr txBox="1"/>
          <p:nvPr/>
        </p:nvSpPr>
        <p:spPr>
          <a:xfrm>
            <a:off x="2966777" y="6263148"/>
            <a:ext cx="6654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MoEF</a:t>
            </a:r>
            <a:r>
              <a:rPr lang="en-US" altLang="zh-CN" dirty="0"/>
              <a:t>/UEF, </a:t>
            </a:r>
            <a:r>
              <a:rPr lang="en-US" altLang="zh-CN" dirty="0" err="1"/>
              <a:t>lower_boundary</a:t>
            </a:r>
            <a:r>
              <a:rPr lang="en-US" altLang="zh-CN" dirty="0"/>
              <a:t>=0, bootstrap: 5% of total or 50 points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977C43-43EB-23F6-B70F-4915F2004316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19D17CC-84D4-4107-83A5-039369A352BA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A786147-9F2F-35B7-9358-0AB4A572D612}"/>
              </a:ext>
            </a:extLst>
          </p:cNvPr>
          <p:cNvSpPr txBox="1"/>
          <p:nvPr/>
        </p:nvSpPr>
        <p:spPr>
          <a:xfrm>
            <a:off x="0" y="6263148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Fixed bins, 95th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45D598-CAB1-4B00-3E4C-82F2079CC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755"/>
            <a:ext cx="6096000" cy="26262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31B259-B3D4-616B-A3C5-AD398ACD8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894965"/>
            <a:ext cx="6096001" cy="253403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9FDA4B-D08C-E231-3452-050DEE7B4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999"/>
            <a:ext cx="6096001" cy="262624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08DBA9-9C27-9BF2-5611-8AFE927DD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9"/>
            <a:ext cx="6096002" cy="253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27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28B80-9FD7-08D8-2C6B-CD6A8C1F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Adaptive bins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562849-CCBE-230D-4447-E27E18836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86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69E27CA-A4B1-4C45-C05C-9F0AE4A2A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246"/>
            <a:ext cx="6096000" cy="25340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E45C49-5E5D-EF65-4833-2D32A1F5C38F}"/>
              </a:ext>
            </a:extLst>
          </p:cNvPr>
          <p:cNvSpPr txBox="1"/>
          <p:nvPr/>
        </p:nvSpPr>
        <p:spPr>
          <a:xfrm>
            <a:off x="2966777" y="6263148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err="1"/>
              <a:t>MoEF</a:t>
            </a:r>
            <a:r>
              <a:rPr lang="en-US" altLang="zh-CN"/>
              <a:t>, </a:t>
            </a:r>
            <a:r>
              <a:rPr lang="en-US" altLang="zh-CN" err="1"/>
              <a:t>lower_boundary</a:t>
            </a:r>
            <a:r>
              <a:rPr lang="en-US" altLang="zh-CN"/>
              <a:t>=10</a:t>
            </a:r>
            <a:endParaRPr lang="zh-CN" altLang="en-US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8F6503EE-ADC0-6D5B-A0EC-05266C88021F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Adaptive, 95th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4EB0FF3-DAA8-9A64-FC09-59B552D2C4B4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3FC4835-8925-73DD-2997-053F305A1D7F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2280830-AD6D-FE8C-9112-B373F15DA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8A77538-E5A5-1407-61C6-BC123175B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5998" cy="26444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BDCC1C-3025-4F38-C27F-C18D25B9A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7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4E4CCB-E6D8-0728-E3D7-B027BB790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5198"/>
            <a:ext cx="6096000" cy="25340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547777-2636-15B9-B7A1-3D0DC9A981DF}"/>
              </a:ext>
            </a:extLst>
          </p:cNvPr>
          <p:cNvSpPr txBox="1"/>
          <p:nvPr/>
        </p:nvSpPr>
        <p:spPr>
          <a:xfrm>
            <a:off x="2966777" y="6263148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UEF, </a:t>
            </a:r>
            <a:r>
              <a:rPr lang="en-US" altLang="zh-CN" err="1"/>
              <a:t>lower_boundary</a:t>
            </a:r>
            <a:r>
              <a:rPr lang="en-US" altLang="zh-CN"/>
              <a:t>=1</a:t>
            </a:r>
            <a:endParaRPr lang="zh-CN" altLang="en-US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4EBC421-E180-A5AB-1EEF-754D105AC035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Adaptive</a:t>
            </a:r>
            <a:r>
              <a:rPr lang="en-US"/>
              <a:t>, 95th 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045897F4-F507-4235-F9B3-5F00ED57D9DB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A787E69-9CF8-F7D9-6C54-3A5DB41D332F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DD75E10-B98E-DBC2-FC00-39943CF09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95999" cy="25139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CC11BA4-2187-F495-8749-AA4D22A79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5999" cy="26444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819A27-1EA2-129B-379A-D7F7CAD53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8999"/>
            <a:ext cx="6095999" cy="26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0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926028C-5771-A1AD-FBFD-734C5E950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77246"/>
            <a:ext cx="6096001" cy="25340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AD9E71-6D61-5989-277F-72F50DC097DF}"/>
              </a:ext>
            </a:extLst>
          </p:cNvPr>
          <p:cNvSpPr txBox="1"/>
          <p:nvPr/>
        </p:nvSpPr>
        <p:spPr>
          <a:xfrm>
            <a:off x="2966777" y="6263148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VEF, </a:t>
            </a:r>
            <a:r>
              <a:rPr lang="en-US" altLang="zh-CN" err="1"/>
              <a:t>lower_boundary</a:t>
            </a:r>
            <a:r>
              <a:rPr lang="en-US" altLang="zh-CN"/>
              <a:t>=1</a:t>
            </a:r>
            <a:endParaRPr lang="zh-CN" altLang="en-US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5F72295-D16C-AB49-EC5C-5EF78CD887E9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Adaptive</a:t>
            </a:r>
            <a:r>
              <a:rPr lang="en-US"/>
              <a:t>, 95th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825E792-56EC-387D-5788-00F159557575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CE50131-362F-189F-9D89-0FA44BE5D25B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19B2C2-B72B-4938-314D-8C428849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95999" cy="25139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2A3D32A-BDDE-CB25-BE7E-DE2847166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5998" cy="264441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10ACC3C-9F2E-F0C0-B67F-99DC58630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  <p:sp>
        <p:nvSpPr>
          <p:cNvPr id="2" name="Star: 5 Points 1">
            <a:extLst>
              <a:ext uri="{FF2B5EF4-FFF2-40B4-BE49-F238E27FC236}">
                <a16:creationId xmlns:a16="http://schemas.microsoft.com/office/drawing/2014/main" id="{B6CA244D-C411-9BC9-4629-87C5F080A402}"/>
              </a:ext>
            </a:extLst>
          </p:cNvPr>
          <p:cNvSpPr/>
          <p:nvPr/>
        </p:nvSpPr>
        <p:spPr>
          <a:xfrm>
            <a:off x="2540882" y="1273584"/>
            <a:ext cx="318052" cy="31363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710AF89B-63FA-68FF-9A1F-E613ABE4E008}"/>
              </a:ext>
            </a:extLst>
          </p:cNvPr>
          <p:cNvSpPr/>
          <p:nvPr/>
        </p:nvSpPr>
        <p:spPr>
          <a:xfrm>
            <a:off x="5670103" y="1335210"/>
            <a:ext cx="318052" cy="313635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90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C66587-3015-10B0-75B9-59ACF299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0811"/>
            <a:ext cx="6096000" cy="25340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3DDD1CD-3C3B-BB2F-A131-875B4032C66F}"/>
              </a:ext>
            </a:extLst>
          </p:cNvPr>
          <p:cNvSpPr txBox="1"/>
          <p:nvPr/>
        </p:nvSpPr>
        <p:spPr>
          <a:xfrm>
            <a:off x="2966777" y="6263148"/>
            <a:ext cx="2605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TOC, </a:t>
            </a:r>
            <a:r>
              <a:rPr lang="en-US" altLang="zh-CN" err="1"/>
              <a:t>lower_boundary</a:t>
            </a:r>
            <a:r>
              <a:rPr lang="en-US" altLang="zh-CN"/>
              <a:t>=0</a:t>
            </a:r>
            <a:endParaRPr lang="zh-CN" altLang="en-US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072DF6D-C68B-118E-D508-CD4EBEF2D888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Adaptive</a:t>
            </a:r>
            <a:r>
              <a:rPr lang="en-US"/>
              <a:t>, 95th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96E6962C-255A-CBD0-B072-BA40FA604342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63A4B04-987C-0141-4315-F20FFB43446E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26C032E-44BB-D436-02E0-59F968C75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95999" cy="251396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B08CE1A-2310-9E35-5E9F-198BE6792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5999" cy="2637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DEC31B-B52E-49E2-73C5-DC18664FA4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0"/>
            <a:ext cx="6095999" cy="263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53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9951EA-6DBC-6754-7FC0-19E6561E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589"/>
            <a:ext cx="6096000" cy="2644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E7EC4A-A8D7-3D6D-A398-CC53C350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894965"/>
            <a:ext cx="6096001" cy="253403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7D925B-CE7D-C736-AEEE-06369559A49D}"/>
              </a:ext>
            </a:extLst>
          </p:cNvPr>
          <p:cNvSpPr txBox="1"/>
          <p:nvPr/>
        </p:nvSpPr>
        <p:spPr>
          <a:xfrm>
            <a:off x="2966777" y="6263148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Mo/TOC, </a:t>
            </a:r>
            <a:r>
              <a:rPr lang="en-US" altLang="zh-CN" dirty="0" err="1"/>
              <a:t>lower_boundary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887CBC8-894A-86E9-36F3-8B8273BCD48F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Adaptive</a:t>
            </a:r>
            <a:r>
              <a:rPr lang="en-US"/>
              <a:t>, 95th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CBC5AB33-CE62-C16D-2900-2A9E9AF6ACC4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9FB15AB-4499-C629-22E7-260A5516FD09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B8E7DE8-B457-857D-0DA8-4EAB8FD17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9"/>
            <a:ext cx="6096002" cy="25139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FCC5ADE-8933-D961-8B6F-AD0424E80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9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C493E0-8BE5-B297-9D3D-F814893BBB94}"/>
              </a:ext>
            </a:extLst>
          </p:cNvPr>
          <p:cNvSpPr txBox="1"/>
          <p:nvPr/>
        </p:nvSpPr>
        <p:spPr>
          <a:xfrm>
            <a:off x="2966777" y="6263148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MoEF</a:t>
            </a:r>
            <a:r>
              <a:rPr lang="en-US" altLang="zh-CN" dirty="0"/>
              <a:t>/UEF, </a:t>
            </a:r>
            <a:r>
              <a:rPr lang="en-US" altLang="zh-CN" dirty="0" err="1"/>
              <a:t>lower_boundary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551AE-E0DF-9DDB-CD58-12DB331C278F}"/>
              </a:ext>
            </a:extLst>
          </p:cNvPr>
          <p:cNvSpPr txBox="1"/>
          <p:nvPr/>
        </p:nvSpPr>
        <p:spPr>
          <a:xfrm>
            <a:off x="0" y="626314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Adaptive</a:t>
            </a:r>
            <a:r>
              <a:rPr lang="en-US"/>
              <a:t>, 95th 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22419AD-10B4-3E25-7A23-779A82AF0626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79EC873-107B-27BF-FA11-5F854678D8F5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D2A0D3-03C9-4F20-02D7-37241F33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894965"/>
            <a:ext cx="6096001" cy="25340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C94911D-4A52-3432-8358-BEDC3547D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4589"/>
            <a:ext cx="6096000" cy="26444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4995F39-8F46-6660-327E-F0836F426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3428999"/>
            <a:ext cx="6096002" cy="25340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499979-7971-AAC1-090C-D03CCBBF8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7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68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2FEF9-C4D5-12C8-91CB-CBD5071E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ISEA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F0877A-BE3F-209B-0774-2BE2D1D8E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124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E1DC197-8E7C-A691-1DC6-C24B503DF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376"/>
            <a:ext cx="6096000" cy="25340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CDBAEEC-A50B-5277-E740-40CC2E2BC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251396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EE41980-49DC-74B2-65EE-5C367182FFC2}"/>
              </a:ext>
            </a:extLst>
          </p:cNvPr>
          <p:cNvSpPr txBox="1"/>
          <p:nvPr/>
        </p:nvSpPr>
        <p:spPr>
          <a:xfrm>
            <a:off x="2966777" y="6263148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err="1"/>
              <a:t>MoEF</a:t>
            </a:r>
            <a:r>
              <a:rPr lang="en-US" altLang="zh-CN"/>
              <a:t>, </a:t>
            </a:r>
            <a:r>
              <a:rPr lang="en-US" altLang="zh-CN" err="1"/>
              <a:t>lower_boundary</a:t>
            </a:r>
            <a:r>
              <a:rPr lang="en-US" altLang="zh-CN"/>
              <a:t>=10</a:t>
            </a:r>
            <a:endParaRPr lang="zh-CN" altLang="en-US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CAF0113-AB15-36D3-FBC8-D652FDC35E79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ISEA, 95th 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0E48D708-3F99-D332-68BD-0DB9B0371F4C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FC844E60-02D4-9C22-B113-B80A0C5AE1E6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FAC2FD-195D-DB5C-7998-D024F675E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47"/>
            <a:ext cx="6095998" cy="26444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C5B6A1-3A01-4443-F691-F2892F51CC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76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64C6FF9-E06F-E941-CF01-080CCE0F3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376"/>
            <a:ext cx="6096000" cy="2534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7950811-0DCA-7135-60A7-6B7567F1E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sp>
        <p:nvSpPr>
          <p:cNvPr id="14" name="TextBox 2">
            <a:extLst>
              <a:ext uri="{FF2B5EF4-FFF2-40B4-BE49-F238E27FC236}">
                <a16:creationId xmlns:a16="http://schemas.microsoft.com/office/drawing/2014/main" id="{C398501B-6396-EDFA-8880-4C7DFAA36419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ISEA</a:t>
            </a:r>
            <a:r>
              <a:rPr lang="en-US"/>
              <a:t>, 95th 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27825176-9499-40DF-F433-2ABE9AB219CC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D8D84A2-3363-7C2C-6CA9-8F582397AFB3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9300186-FD2C-9D91-749F-849DC558DA93}"/>
              </a:ext>
            </a:extLst>
          </p:cNvPr>
          <p:cNvSpPr txBox="1"/>
          <p:nvPr/>
        </p:nvSpPr>
        <p:spPr>
          <a:xfrm>
            <a:off x="2966777" y="6263148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UEF, </a:t>
            </a:r>
            <a:r>
              <a:rPr lang="en-US" altLang="zh-CN" err="1"/>
              <a:t>lower_boundary</a:t>
            </a:r>
            <a:r>
              <a:rPr lang="en-US" altLang="zh-CN"/>
              <a:t>=1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001020-AE12-47DA-255B-E97A6C828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6095998" cy="26444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02B7A5-92B5-96C4-8F9E-75EC2B436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4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F3BE1E-1B31-2565-D9AC-B17F3BEA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376"/>
            <a:ext cx="6096000" cy="25340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4132E2-F8EB-7C38-5D3F-3EE74A99B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5DCDCDA2-31D2-7E28-C642-DA84AEBCAB1A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ISEA</a:t>
            </a:r>
            <a:r>
              <a:rPr lang="en-US"/>
              <a:t>, 95th 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446FBAC-2C5A-04A2-898F-4F2F883EA741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ECBE8259-A13B-6C33-41B7-B95F8F429076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386732-C868-2127-0FAD-DB1EB28FD799}"/>
              </a:ext>
            </a:extLst>
          </p:cNvPr>
          <p:cNvSpPr txBox="1"/>
          <p:nvPr/>
        </p:nvSpPr>
        <p:spPr>
          <a:xfrm>
            <a:off x="2966777" y="6263148"/>
            <a:ext cx="2534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VEF, </a:t>
            </a:r>
            <a:r>
              <a:rPr lang="en-US" altLang="zh-CN" err="1"/>
              <a:t>lower_boundary</a:t>
            </a:r>
            <a:r>
              <a:rPr lang="en-US" altLang="zh-CN"/>
              <a:t>=1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E19883-D9A0-2061-B98A-A78F1325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6095998" cy="26444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35E3E1-9F4F-6B0E-6F3A-71791D401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8" cy="26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17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89D460A-3D09-F1FD-24FC-F1873FFA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7" y="103860"/>
            <a:ext cx="6096001" cy="253403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FB1832-3074-D17D-E57F-BA1D3414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3428999"/>
            <a:ext cx="6096001" cy="2534035"/>
          </a:xfrm>
          <a:prstGeom prst="rect">
            <a:avLst/>
          </a:prstGeom>
        </p:spPr>
      </p:pic>
      <p:sp>
        <p:nvSpPr>
          <p:cNvPr id="16" name="TextBox 2">
            <a:extLst>
              <a:ext uri="{FF2B5EF4-FFF2-40B4-BE49-F238E27FC236}">
                <a16:creationId xmlns:a16="http://schemas.microsoft.com/office/drawing/2014/main" id="{32AFE2F3-3A16-78D8-7580-BB1ED33B56EA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ISEA</a:t>
            </a:r>
            <a:r>
              <a:rPr lang="en-US"/>
              <a:t>, 95th 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BCF9331F-6494-AAC6-D519-E955C7E9E113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samples</a:t>
            </a: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767F53A5-1274-3801-402F-42022DA87249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1A71C49-D42D-0E6A-E4C0-7E2A45AD281B}"/>
              </a:ext>
            </a:extLst>
          </p:cNvPr>
          <p:cNvSpPr txBox="1"/>
          <p:nvPr/>
        </p:nvSpPr>
        <p:spPr>
          <a:xfrm>
            <a:off x="2966777" y="6263148"/>
            <a:ext cx="2605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TOC, </a:t>
            </a:r>
            <a:r>
              <a:rPr lang="en-US" altLang="zh-CN" err="1"/>
              <a:t>lower_boundary</a:t>
            </a:r>
            <a:r>
              <a:rPr lang="en-US" altLang="zh-CN"/>
              <a:t>=0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038EC9-9A2C-ACC3-4048-8C171F715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5997" cy="26378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25E3BA-C190-65DB-B663-DB3E0FD6C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9001"/>
            <a:ext cx="6095997" cy="263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42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CC409D2-2412-0CEA-D56E-B852C0C33D2E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ISEA, 95th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89F8A-4F35-D3E9-0FED-42EDE661CBF1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86AAB6D-C528-47FF-56AA-6DD3A5C0C0C8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35A239-EEA8-B545-6FD2-B07960175870}"/>
              </a:ext>
            </a:extLst>
          </p:cNvPr>
          <p:cNvSpPr txBox="1"/>
          <p:nvPr/>
        </p:nvSpPr>
        <p:spPr>
          <a:xfrm>
            <a:off x="2966777" y="6263148"/>
            <a:ext cx="3025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Mo/TOC, </a:t>
            </a:r>
            <a:r>
              <a:rPr lang="en-US" altLang="zh-CN" dirty="0" err="1"/>
              <a:t>lower_boundary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BDC4C4-D4FF-8411-A665-003E3BA23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4589"/>
            <a:ext cx="6096000" cy="26444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34013F-B96E-B17F-3972-37F3B91EA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4965"/>
            <a:ext cx="6096000" cy="2534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8D3B8EE-2546-AC75-50A2-905681BF5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74129"/>
            <a:ext cx="5991964" cy="25992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759F548-A7E7-FBF0-D34D-4BB596192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8999"/>
            <a:ext cx="6096000" cy="253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67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52E090-085E-6EE0-4062-049286B79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1105"/>
            <a:ext cx="6096000" cy="26378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156E85A-57C3-AFF3-140C-7F0C7058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4965"/>
            <a:ext cx="6096000" cy="2534035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DBC5D9AE-1656-5358-3D7A-BD6A20FBB2E6}"/>
              </a:ext>
            </a:extLst>
          </p:cNvPr>
          <p:cNvSpPr txBox="1"/>
          <p:nvPr/>
        </p:nvSpPr>
        <p:spPr>
          <a:xfrm>
            <a:off x="0" y="6263148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ISEA, 95th 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3FDDF2A-0627-0A76-2F21-EF27E6A0A3C3}"/>
              </a:ext>
            </a:extLst>
          </p:cNvPr>
          <p:cNvSpPr txBox="1"/>
          <p:nvPr/>
        </p:nvSpPr>
        <p:spPr>
          <a:xfrm>
            <a:off x="-1406596" y="99635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samples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72814970-4975-E7F3-E603-3D0E7F616692}"/>
              </a:ext>
            </a:extLst>
          </p:cNvPr>
          <p:cNvSpPr txBox="1"/>
          <p:nvPr/>
        </p:nvSpPr>
        <p:spPr>
          <a:xfrm>
            <a:off x="-1406597" y="431664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Shales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B2717A-0929-609E-FA47-5058625D75FC}"/>
              </a:ext>
            </a:extLst>
          </p:cNvPr>
          <p:cNvSpPr txBox="1"/>
          <p:nvPr/>
        </p:nvSpPr>
        <p:spPr>
          <a:xfrm>
            <a:off x="2966777" y="6263148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MoEF</a:t>
            </a:r>
            <a:r>
              <a:rPr lang="en-US" altLang="zh-CN" dirty="0"/>
              <a:t>/UEF, </a:t>
            </a:r>
            <a:r>
              <a:rPr lang="en-US" altLang="zh-CN" dirty="0" err="1"/>
              <a:t>lower_boundary</a:t>
            </a:r>
            <a:r>
              <a:rPr lang="en-US" altLang="zh-CN" dirty="0"/>
              <a:t>=0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77B3C0-837B-0E3B-C4ED-18864F5E5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8999"/>
            <a:ext cx="6096000" cy="263789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9AE511-2322-8EFD-B7CD-EBFADFC41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6096004" cy="253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6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317</Words>
  <Application>Microsoft Office PowerPoint</Application>
  <PresentationFormat>宽屏</PresentationFormat>
  <Paragraphs>75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等线 Light</vt:lpstr>
      <vt:lpstr>Arial</vt:lpstr>
      <vt:lpstr>Office 主题​​</vt:lpstr>
      <vt:lpstr>Fixed bins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Adaptive bins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ISEA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Xubin Wang</dc:creator>
  <cp:lastModifiedBy>Xubin Wang</cp:lastModifiedBy>
  <cp:revision>2</cp:revision>
  <dcterms:created xsi:type="dcterms:W3CDTF">2026-02-05T00:02:19Z</dcterms:created>
  <dcterms:modified xsi:type="dcterms:W3CDTF">2026-10-19T18:50:35Z</dcterms:modified>
</cp:coreProperties>
</file>